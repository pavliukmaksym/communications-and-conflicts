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media/image4.jpg" ContentType="image/png"/>
  <Override PartName="/ppt/media/image6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4/29/2022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4212" y="541866"/>
            <a:ext cx="8001000" cy="2226733"/>
          </a:xfrm>
        </p:spPr>
        <p:txBody>
          <a:bodyPr/>
          <a:lstStyle/>
          <a:p>
            <a:r>
              <a:rPr lang="ru-RU" dirty="0" smtClean="0"/>
              <a:t>онлайн-</a:t>
            </a:r>
            <a:r>
              <a:rPr lang="ru-RU" dirty="0" err="1" smtClean="0"/>
              <a:t>вікторинА</a:t>
            </a:r>
            <a:r>
              <a:rPr lang="ru-RU" dirty="0" smtClean="0"/>
              <a:t> «</a:t>
            </a:r>
            <a:r>
              <a:rPr lang="ru-RU" dirty="0" err="1" smtClean="0"/>
              <a:t>Музичний</a:t>
            </a:r>
            <a:r>
              <a:rPr lang="ru-RU" dirty="0" smtClean="0"/>
              <a:t> </a:t>
            </a:r>
            <a:r>
              <a:rPr lang="ru-RU" dirty="0" err="1" smtClean="0"/>
              <a:t>ерудит</a:t>
            </a:r>
            <a:r>
              <a:rPr lang="ru-RU" dirty="0" smtClean="0"/>
              <a:t>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684212" y="4072467"/>
            <a:ext cx="11118321" cy="2429933"/>
          </a:xfrm>
        </p:spPr>
        <p:txBody>
          <a:bodyPr>
            <a:normAutofit fontScale="92500" lnSpcReduction="10000"/>
          </a:bodyPr>
          <a:lstStyle/>
          <a:p>
            <a:r>
              <a:rPr lang="uk-UA" dirty="0" smtClean="0"/>
              <a:t>Виконав: </a:t>
            </a:r>
          </a:p>
          <a:p>
            <a:r>
              <a:rPr lang="uk-UA" dirty="0" smtClean="0"/>
              <a:t>студент 421 групи</a:t>
            </a:r>
          </a:p>
          <a:p>
            <a:r>
              <a:rPr lang="uk-UA" dirty="0" smtClean="0"/>
              <a:t>Павлюк М. І.</a:t>
            </a:r>
          </a:p>
          <a:p>
            <a:pPr algn="r"/>
            <a:r>
              <a:rPr lang="uk-UA" dirty="0" smtClean="0"/>
              <a:t>Керівник:</a:t>
            </a:r>
          </a:p>
          <a:p>
            <a:pPr algn="r"/>
            <a:r>
              <a:rPr lang="uk-UA" dirty="0"/>
              <a:t>к</a:t>
            </a:r>
            <a:r>
              <a:rPr lang="uk-UA" dirty="0" smtClean="0"/>
              <a:t>андидат ф.-м. наук</a:t>
            </a:r>
          </a:p>
          <a:p>
            <a:pPr algn="r"/>
            <a:r>
              <a:rPr lang="uk-UA" dirty="0" smtClean="0"/>
              <a:t>Івасюк Г. П.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112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5063065"/>
            <a:ext cx="8534400" cy="1507067"/>
          </a:xfrm>
        </p:spPr>
        <p:txBody>
          <a:bodyPr/>
          <a:lstStyle/>
          <a:p>
            <a:r>
              <a:rPr lang="uk-UA" dirty="0" smtClean="0"/>
              <a:t>Представлення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465666"/>
            <a:ext cx="7977186" cy="3615267"/>
          </a:xfrm>
        </p:spPr>
        <p:txBody>
          <a:bodyPr/>
          <a:lstStyle/>
          <a:p>
            <a:r>
              <a:rPr lang="uk-UA" dirty="0" smtClean="0"/>
              <a:t>Павлюк Максим (студент 421 групи «</a:t>
            </a:r>
            <a:r>
              <a:rPr lang="uk-UA" dirty="0" err="1" smtClean="0"/>
              <a:t>Комп</a:t>
            </a:r>
            <a:r>
              <a:rPr lang="en-US" dirty="0" smtClean="0"/>
              <a:t>’</a:t>
            </a:r>
            <a:r>
              <a:rPr lang="uk-UA" dirty="0" err="1" smtClean="0"/>
              <a:t>ютерні</a:t>
            </a:r>
            <a:r>
              <a:rPr lang="uk-UA" dirty="0" smtClean="0"/>
              <a:t> науки»)</a:t>
            </a:r>
          </a:p>
          <a:p>
            <a:endParaRPr lang="uk-UA" dirty="0"/>
          </a:p>
          <a:p>
            <a:r>
              <a:rPr lang="uk-UA" dirty="0" smtClean="0"/>
              <a:t>Роль музики та звуків в розвитку людей</a:t>
            </a:r>
          </a:p>
          <a:p>
            <a:endParaRPr lang="uk-UA" dirty="0"/>
          </a:p>
          <a:p>
            <a:r>
              <a:rPr lang="uk-UA" dirty="0" smtClean="0"/>
              <a:t>10 хвилин</a:t>
            </a:r>
            <a:endParaRPr lang="en-US" dirty="0" smtClean="0"/>
          </a:p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398" y="465666"/>
            <a:ext cx="3386667" cy="338666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6096000" y="6211669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err="1"/>
              <a:t>Музика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одна з </a:t>
            </a:r>
            <a:r>
              <a:rPr lang="ru-RU" dirty="0" err="1"/>
              <a:t>найголовніших</a:t>
            </a:r>
            <a:r>
              <a:rPr lang="ru-RU" dirty="0"/>
              <a:t> </a:t>
            </a:r>
            <a:r>
              <a:rPr lang="ru-RU" dirty="0" err="1"/>
              <a:t>складових</a:t>
            </a:r>
            <a:r>
              <a:rPr lang="ru-RU" dirty="0"/>
              <a:t> </a:t>
            </a:r>
          </a:p>
          <a:p>
            <a:r>
              <a:rPr lang="ru-RU" dirty="0"/>
              <a:t>правильного </a:t>
            </a:r>
            <a:r>
              <a:rPr lang="ru-RU" dirty="0" err="1"/>
              <a:t>життя</a:t>
            </a:r>
            <a:r>
              <a:rPr lang="ru-RU" dirty="0"/>
              <a:t>. </a:t>
            </a:r>
            <a:r>
              <a:rPr lang="ru-RU" dirty="0" err="1"/>
              <a:t>Чи</a:t>
            </a:r>
            <a:r>
              <a:rPr lang="ru-RU" dirty="0"/>
              <a:t> часто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слухаєте</a:t>
            </a:r>
            <a:r>
              <a:rPr lang="ru-RU" dirty="0"/>
              <a:t> </a:t>
            </a:r>
            <a:r>
              <a:rPr lang="ru-RU" dirty="0" err="1"/>
              <a:t>музику</a:t>
            </a:r>
            <a:r>
              <a:rPr lang="ru-RU" dirty="0"/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707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417455" y="0"/>
            <a:ext cx="3232678" cy="1507067"/>
          </a:xfrm>
        </p:spPr>
        <p:txBody>
          <a:bodyPr/>
          <a:lstStyle/>
          <a:p>
            <a:pPr algn="r"/>
            <a:r>
              <a:rPr lang="uk-UA" dirty="0" smtClean="0"/>
              <a:t>Положення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62012" y="3242733"/>
            <a:ext cx="8214255" cy="3420534"/>
          </a:xfrm>
        </p:spPr>
        <p:txBody>
          <a:bodyPr>
            <a:normAutofit lnSpcReduction="10000"/>
          </a:bodyPr>
          <a:lstStyle/>
          <a:p>
            <a:endParaRPr lang="ru-RU" dirty="0"/>
          </a:p>
          <a:p>
            <a:r>
              <a:rPr lang="ru-RU" dirty="0" err="1" smtClean="0"/>
              <a:t>Колискова</a:t>
            </a:r>
            <a:r>
              <a:rPr lang="ru-RU" dirty="0" smtClean="0"/>
              <a:t> </a:t>
            </a:r>
            <a:r>
              <a:rPr lang="ru-RU" dirty="0" err="1" smtClean="0"/>
              <a:t>заспокоює</a:t>
            </a:r>
            <a:r>
              <a:rPr lang="ru-RU" dirty="0" smtClean="0"/>
              <a:t> </a:t>
            </a:r>
            <a:r>
              <a:rPr lang="ru-RU" dirty="0" err="1"/>
              <a:t>дитину</a:t>
            </a:r>
            <a:r>
              <a:rPr lang="ru-RU" dirty="0"/>
              <a:t>, тому </a:t>
            </a:r>
            <a:r>
              <a:rPr lang="ru-RU" dirty="0" err="1"/>
              <a:t>що</a:t>
            </a:r>
            <a:r>
              <a:rPr lang="ru-RU" dirty="0"/>
              <a:t> вона </a:t>
            </a:r>
            <a:r>
              <a:rPr lang="ru-RU" dirty="0" err="1"/>
              <a:t>уповільнює</a:t>
            </a:r>
            <a:r>
              <a:rPr lang="ru-RU" dirty="0"/>
              <a:t> </a:t>
            </a:r>
            <a:r>
              <a:rPr lang="ru-RU" dirty="0" err="1" smtClean="0"/>
              <a:t>серцебиття</a:t>
            </a:r>
            <a:r>
              <a:rPr lang="ru-RU" dirty="0" smtClean="0"/>
              <a:t>!</a:t>
            </a:r>
          </a:p>
          <a:p>
            <a:endParaRPr lang="uk-UA" dirty="0" smtClean="0"/>
          </a:p>
          <a:p>
            <a:r>
              <a:rPr lang="ru-RU" dirty="0" err="1" smtClean="0"/>
              <a:t>Музичний</a:t>
            </a:r>
            <a:r>
              <a:rPr lang="ru-RU" dirty="0" smtClean="0"/>
              <a:t> </a:t>
            </a:r>
            <a:r>
              <a:rPr lang="ru-RU" dirty="0"/>
              <a:t>ритм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впливати</a:t>
            </a:r>
            <a:r>
              <a:rPr lang="ru-RU" dirty="0"/>
              <a:t> на ритм </a:t>
            </a:r>
            <a:r>
              <a:rPr lang="ru-RU" dirty="0" err="1"/>
              <a:t>серцевих</a:t>
            </a:r>
            <a:r>
              <a:rPr lang="ru-RU" dirty="0"/>
              <a:t> </a:t>
            </a:r>
            <a:r>
              <a:rPr lang="ru-RU" dirty="0" err="1"/>
              <a:t>скорочень</a:t>
            </a:r>
            <a:r>
              <a:rPr lang="ru-RU" dirty="0"/>
              <a:t>, </a:t>
            </a:r>
            <a:r>
              <a:rPr lang="ru-RU" dirty="0" err="1"/>
              <a:t>налаштовувати</a:t>
            </a:r>
            <a:r>
              <a:rPr lang="ru-RU" dirty="0"/>
              <a:t> ритм </a:t>
            </a:r>
            <a:r>
              <a:rPr lang="ru-RU" dirty="0" err="1"/>
              <a:t>дихання</a:t>
            </a:r>
            <a:r>
              <a:rPr lang="ru-RU" dirty="0" smtClean="0"/>
              <a:t>.</a:t>
            </a:r>
          </a:p>
          <a:p>
            <a:endParaRPr lang="uk-UA" dirty="0"/>
          </a:p>
          <a:p>
            <a:r>
              <a:rPr lang="ru-RU" dirty="0" smtClean="0"/>
              <a:t>На </a:t>
            </a:r>
            <a:r>
              <a:rPr lang="ru-RU" dirty="0" err="1" smtClean="0"/>
              <a:t>приємну</a:t>
            </a:r>
            <a:r>
              <a:rPr lang="ru-RU" dirty="0" smtClean="0"/>
              <a:t> </a:t>
            </a:r>
            <a:r>
              <a:rPr lang="ru-RU" dirty="0"/>
              <a:t>нам </a:t>
            </a:r>
            <a:r>
              <a:rPr lang="ru-RU" dirty="0" err="1"/>
              <a:t>музику</a:t>
            </a:r>
            <a:r>
              <a:rPr lang="ru-RU" dirty="0"/>
              <a:t> </a:t>
            </a:r>
            <a:r>
              <a:rPr lang="ru-RU" dirty="0" err="1"/>
              <a:t>реагує</a:t>
            </a:r>
            <a:r>
              <a:rPr lang="ru-RU" dirty="0"/>
              <a:t> </a:t>
            </a:r>
            <a:r>
              <a:rPr lang="ru-RU" dirty="0" err="1"/>
              <a:t>прилегле</a:t>
            </a:r>
            <a:r>
              <a:rPr lang="ru-RU" dirty="0"/>
              <a:t> ядро ​​–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 smtClean="0"/>
              <a:t>винагороди</a:t>
            </a:r>
            <a:r>
              <a:rPr lang="ru-RU" dirty="0" smtClean="0"/>
              <a:t>, яка </a:t>
            </a:r>
            <a:r>
              <a:rPr lang="ru-RU" dirty="0" err="1" smtClean="0"/>
              <a:t>дарує</a:t>
            </a:r>
            <a:r>
              <a:rPr lang="ru-RU" dirty="0" smtClean="0"/>
              <a:t> </a:t>
            </a:r>
            <a:r>
              <a:rPr lang="ru-RU" dirty="0"/>
              <a:t>нам </a:t>
            </a:r>
            <a:r>
              <a:rPr lang="ru-RU" dirty="0" err="1" smtClean="0"/>
              <a:t>дофамін</a:t>
            </a:r>
            <a:r>
              <a:rPr lang="ru-RU" dirty="0" smtClean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012" y="386715"/>
            <a:ext cx="4191000" cy="26612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15593" y="6478601"/>
            <a:ext cx="3284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Музика</a:t>
            </a:r>
            <a:r>
              <a:rPr lang="ru-RU" dirty="0"/>
              <a:t> </a:t>
            </a:r>
            <a:r>
              <a:rPr lang="ru-RU" dirty="0" err="1"/>
              <a:t>пробуджує</a:t>
            </a:r>
            <a:r>
              <a:rPr lang="ru-RU" dirty="0"/>
              <a:t> </a:t>
            </a:r>
            <a:r>
              <a:rPr lang="ru-RU" dirty="0" err="1" smtClean="0"/>
              <a:t>емоції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7228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2" y="685800"/>
            <a:ext cx="8534400" cy="1507067"/>
          </a:xfrm>
        </p:spPr>
        <p:txBody>
          <a:bodyPr/>
          <a:lstStyle/>
          <a:p>
            <a:r>
              <a:rPr lang="uk-UA" dirty="0" smtClean="0"/>
              <a:t>Проблематика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4212" y="2751667"/>
            <a:ext cx="8534400" cy="3615267"/>
          </a:xfrm>
        </p:spPr>
        <p:txBody>
          <a:bodyPr/>
          <a:lstStyle/>
          <a:p>
            <a:r>
              <a:rPr lang="ru-RU" dirty="0" err="1"/>
              <a:t>Музика</a:t>
            </a:r>
            <a:r>
              <a:rPr lang="ru-RU" dirty="0"/>
              <a:t> </a:t>
            </a:r>
            <a:r>
              <a:rPr lang="ru-RU" dirty="0" err="1"/>
              <a:t>здатна</a:t>
            </a:r>
            <a:r>
              <a:rPr lang="ru-RU" dirty="0"/>
              <a:t> </a:t>
            </a:r>
            <a:r>
              <a:rPr lang="ru-RU" dirty="0" err="1"/>
              <a:t>впливати</a:t>
            </a:r>
            <a:r>
              <a:rPr lang="ru-RU" dirty="0"/>
              <a:t> на </a:t>
            </a:r>
            <a:r>
              <a:rPr lang="ru-RU" dirty="0" err="1"/>
              <a:t>поведінку</a:t>
            </a:r>
            <a:r>
              <a:rPr lang="ru-RU" dirty="0"/>
              <a:t> людей </a:t>
            </a:r>
            <a:r>
              <a:rPr lang="ru-RU" dirty="0" err="1"/>
              <a:t>зовсім</a:t>
            </a:r>
            <a:r>
              <a:rPr lang="ru-RU" dirty="0"/>
              <a:t> </a:t>
            </a:r>
            <a:r>
              <a:rPr lang="ru-RU" dirty="0" err="1" smtClean="0"/>
              <a:t>по-різному</a:t>
            </a:r>
            <a:r>
              <a:rPr lang="en-US" dirty="0" smtClean="0"/>
              <a:t>. </a:t>
            </a:r>
            <a:r>
              <a:rPr lang="ru-RU" dirty="0" smtClean="0"/>
              <a:t>І </a:t>
            </a:r>
            <a:r>
              <a:rPr lang="ru-RU" dirty="0" err="1"/>
              <a:t>нерідко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вплив</a:t>
            </a:r>
            <a:r>
              <a:rPr lang="ru-RU" dirty="0"/>
              <a:t> є </a:t>
            </a:r>
            <a:r>
              <a:rPr lang="ru-RU" dirty="0" err="1"/>
              <a:t>досить</a:t>
            </a:r>
            <a:r>
              <a:rPr lang="ru-RU" dirty="0"/>
              <a:t> </a:t>
            </a:r>
            <a:r>
              <a:rPr lang="ru-RU" dirty="0" err="1" smtClean="0"/>
              <a:t>негативним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r>
              <a:rPr lang="ru-RU" dirty="0" err="1"/>
              <a:t>Екстремальна</a:t>
            </a:r>
            <a:r>
              <a:rPr lang="ru-RU" dirty="0"/>
              <a:t> </a:t>
            </a:r>
            <a:r>
              <a:rPr lang="ru-RU" dirty="0" err="1"/>
              <a:t>музика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впоратися</a:t>
            </a:r>
            <a:r>
              <a:rPr lang="ru-RU" dirty="0"/>
              <a:t> з </a:t>
            </a:r>
            <a:r>
              <a:rPr lang="ru-RU" dirty="0" err="1" smtClean="0"/>
              <a:t>агресією</a:t>
            </a:r>
            <a:r>
              <a:rPr lang="en-US" dirty="0" smtClean="0"/>
              <a:t>. </a:t>
            </a:r>
            <a:r>
              <a:rPr lang="ru-RU" dirty="0" smtClean="0"/>
              <a:t>Легка </a:t>
            </a:r>
            <a:r>
              <a:rPr lang="ru-RU" dirty="0" err="1"/>
              <a:t>музика</a:t>
            </a:r>
            <a:r>
              <a:rPr lang="ru-RU" dirty="0"/>
              <a:t>, як </a:t>
            </a:r>
            <a:r>
              <a:rPr lang="ru-RU" dirty="0" err="1" smtClean="0"/>
              <a:t>показують</a:t>
            </a:r>
            <a:r>
              <a:rPr lang="ru-RU" dirty="0" smtClean="0"/>
              <a:t> </a:t>
            </a:r>
            <a:r>
              <a:rPr lang="ru-RU" dirty="0" err="1" smtClean="0"/>
              <a:t>дослідження</a:t>
            </a:r>
            <a:r>
              <a:rPr lang="ru-RU" dirty="0" smtClean="0"/>
              <a:t>,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 smtClean="0"/>
              <a:t>приховувати</a:t>
            </a:r>
            <a:r>
              <a:rPr lang="ru-RU" dirty="0" smtClean="0"/>
              <a:t> у </a:t>
            </a:r>
            <a:r>
              <a:rPr lang="ru-RU" dirty="0" err="1"/>
              <a:t>собі</a:t>
            </a:r>
            <a:r>
              <a:rPr lang="ru-RU" dirty="0"/>
              <a:t> </a:t>
            </a:r>
            <a:r>
              <a:rPr lang="ru-RU" dirty="0" err="1" smtClean="0"/>
              <a:t>небезпеку</a:t>
            </a:r>
            <a:r>
              <a:rPr lang="en-US" dirty="0" smtClean="0"/>
              <a:t>.</a:t>
            </a:r>
            <a:endParaRPr lang="ru-RU" dirty="0" smtClean="0"/>
          </a:p>
          <a:p>
            <a:endParaRPr lang="ru-RU" dirty="0"/>
          </a:p>
          <a:p>
            <a:r>
              <a:rPr lang="uk-UA" dirty="0" smtClean="0"/>
              <a:t>Фонове прослуховування музики призводить до того, що люди стають більш податливими.</a:t>
            </a:r>
            <a:endParaRPr lang="en-US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733" y="207819"/>
            <a:ext cx="3376655" cy="3376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46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45576" y="5257800"/>
            <a:ext cx="8534400" cy="1507067"/>
          </a:xfrm>
        </p:spPr>
        <p:txBody>
          <a:bodyPr/>
          <a:lstStyle/>
          <a:p>
            <a:r>
              <a:rPr lang="uk-UA" dirty="0" smtClean="0"/>
              <a:t>Перспектива проблеми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idx="1"/>
          </p:nvPr>
        </p:nvSpPr>
        <p:spPr>
          <a:xfrm>
            <a:off x="745576" y="287866"/>
            <a:ext cx="7680855" cy="4969934"/>
          </a:xfrm>
        </p:spPr>
        <p:txBody>
          <a:bodyPr>
            <a:normAutofit/>
          </a:bodyPr>
          <a:lstStyle/>
          <a:p>
            <a:r>
              <a:rPr lang="ru-RU" dirty="0" err="1"/>
              <a:t>Музика</a:t>
            </a:r>
            <a:r>
              <a:rPr lang="ru-RU" dirty="0"/>
              <a:t> </a:t>
            </a:r>
            <a:r>
              <a:rPr lang="ru-RU" dirty="0" err="1"/>
              <a:t>посилює</a:t>
            </a:r>
            <a:r>
              <a:rPr lang="ru-RU" dirty="0"/>
              <a:t> </a:t>
            </a:r>
            <a:r>
              <a:rPr lang="ru-RU" dirty="0" err="1"/>
              <a:t>відчуття</a:t>
            </a:r>
            <a:r>
              <a:rPr lang="ru-RU" dirty="0"/>
              <a:t> </a:t>
            </a:r>
            <a:r>
              <a:rPr lang="ru-RU" dirty="0" err="1" smtClean="0"/>
              <a:t>згуртованості</a:t>
            </a:r>
            <a:r>
              <a:rPr lang="en-US" dirty="0" smtClean="0"/>
              <a:t>. </a:t>
            </a:r>
            <a:r>
              <a:rPr lang="ru-RU" dirty="0" smtClean="0"/>
              <a:t>Коли </a:t>
            </a:r>
            <a:r>
              <a:rPr lang="ru-RU" dirty="0"/>
              <a:t>люди </a:t>
            </a:r>
            <a:r>
              <a:rPr lang="ru-RU" dirty="0" err="1"/>
              <a:t>роблять</a:t>
            </a:r>
            <a:r>
              <a:rPr lang="ru-RU" dirty="0"/>
              <a:t> </a:t>
            </a:r>
            <a:r>
              <a:rPr lang="ru-RU" dirty="0" err="1"/>
              <a:t>спільні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, вони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схильні</a:t>
            </a:r>
            <a:r>
              <a:rPr lang="ru-RU" dirty="0"/>
              <a:t> </a:t>
            </a:r>
            <a:r>
              <a:rPr lang="ru-RU" dirty="0" err="1"/>
              <a:t>погоджуватися</a:t>
            </a:r>
            <a:r>
              <a:rPr lang="ru-RU" dirty="0"/>
              <a:t> один з одним. Результатом </a:t>
            </a:r>
            <a:r>
              <a:rPr lang="ru-RU" dirty="0" err="1"/>
              <a:t>цього</a:t>
            </a:r>
            <a:r>
              <a:rPr lang="ru-RU" dirty="0"/>
              <a:t> є так </a:t>
            </a:r>
            <a:r>
              <a:rPr lang="ru-RU" dirty="0" err="1"/>
              <a:t>зване</a:t>
            </a:r>
            <a:r>
              <a:rPr lang="ru-RU" dirty="0"/>
              <a:t> "</a:t>
            </a:r>
            <a:r>
              <a:rPr lang="ru-RU" dirty="0" err="1"/>
              <a:t>групове</a:t>
            </a:r>
            <a:r>
              <a:rPr lang="ru-RU" dirty="0"/>
              <a:t> </a:t>
            </a:r>
            <a:r>
              <a:rPr lang="ru-RU" dirty="0" err="1" smtClean="0"/>
              <a:t>мислення</a:t>
            </a:r>
            <a:r>
              <a:rPr lang="en-US" dirty="0" smtClean="0"/>
              <a:t>” (</a:t>
            </a:r>
            <a:r>
              <a:rPr lang="ru-RU" dirty="0" smtClean="0"/>
              <a:t>часто </a:t>
            </a:r>
            <a:r>
              <a:rPr lang="ru-RU" dirty="0" err="1"/>
              <a:t>супроводжується</a:t>
            </a:r>
            <a:r>
              <a:rPr lang="ru-RU" dirty="0"/>
              <a:t> </a:t>
            </a:r>
            <a:r>
              <a:rPr lang="ru-RU" dirty="0" err="1"/>
              <a:t>зниженням</a:t>
            </a:r>
            <a:r>
              <a:rPr lang="ru-RU" dirty="0"/>
              <a:t> </a:t>
            </a:r>
            <a:r>
              <a:rPr lang="ru-RU" dirty="0" err="1"/>
              <a:t>моральної</a:t>
            </a:r>
            <a:r>
              <a:rPr lang="ru-RU" dirty="0"/>
              <a:t> </a:t>
            </a:r>
            <a:r>
              <a:rPr lang="ru-RU" dirty="0" err="1"/>
              <a:t>відповідальності</a:t>
            </a:r>
            <a:r>
              <a:rPr lang="en-US" dirty="0" smtClean="0"/>
              <a:t>).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ru-RU" dirty="0" err="1" smtClean="0"/>
              <a:t>Музику</a:t>
            </a:r>
            <a:r>
              <a:rPr lang="ru-RU" dirty="0" smtClean="0"/>
              <a:t> </a:t>
            </a:r>
            <a:r>
              <a:rPr lang="ru-RU" dirty="0" err="1"/>
              <a:t>постійно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у </a:t>
            </a:r>
            <a:r>
              <a:rPr lang="ru-RU" dirty="0" err="1"/>
              <a:t>політичних</a:t>
            </a:r>
            <a:r>
              <a:rPr lang="ru-RU" dirty="0"/>
              <a:t> </a:t>
            </a:r>
            <a:r>
              <a:rPr lang="ru-RU" dirty="0" err="1"/>
              <a:t>кампаніях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збільшити</a:t>
            </a:r>
            <a:r>
              <a:rPr lang="ru-RU" dirty="0"/>
              <a:t> </a:t>
            </a:r>
            <a:r>
              <a:rPr lang="ru-RU" dirty="0" err="1"/>
              <a:t>інтерес</a:t>
            </a:r>
            <a:r>
              <a:rPr lang="ru-RU" dirty="0"/>
              <a:t> людей та </a:t>
            </a:r>
            <a:r>
              <a:rPr lang="ru-RU" dirty="0" err="1"/>
              <a:t>сприяти</a:t>
            </a:r>
            <a:r>
              <a:rPr lang="ru-RU" dirty="0"/>
              <a:t> </a:t>
            </a:r>
            <a:r>
              <a:rPr lang="ru-RU" dirty="0" err="1"/>
              <a:t>формуванню</a:t>
            </a:r>
            <a:r>
              <a:rPr lang="ru-RU" dirty="0"/>
              <a:t> </a:t>
            </a:r>
            <a:r>
              <a:rPr lang="ru-RU" dirty="0" err="1" smtClean="0"/>
              <a:t>єдності</a:t>
            </a:r>
            <a:r>
              <a:rPr lang="en-US" dirty="0" smtClean="0"/>
              <a:t>(</a:t>
            </a:r>
            <a:r>
              <a:rPr lang="uk-UA" dirty="0" smtClean="0"/>
              <a:t>свінг у  Третьому Рейху</a:t>
            </a:r>
            <a:r>
              <a:rPr lang="en-US" dirty="0" smtClean="0"/>
              <a:t>).</a:t>
            </a:r>
            <a:endParaRPr lang="uk-UA" dirty="0" smtClean="0"/>
          </a:p>
          <a:p>
            <a:endParaRPr lang="ru-RU" dirty="0"/>
          </a:p>
          <a:p>
            <a:r>
              <a:rPr lang="ru-RU" dirty="0" err="1" smtClean="0"/>
              <a:t>Надчастоти</a:t>
            </a:r>
            <a:r>
              <a:rPr lang="ru-RU" dirty="0" smtClean="0"/>
              <a:t>, </a:t>
            </a:r>
            <a:r>
              <a:rPr lang="ru-RU" dirty="0" err="1" smtClean="0"/>
              <a:t>монотонні</a:t>
            </a:r>
            <a:r>
              <a:rPr lang="ru-RU" dirty="0" smtClean="0"/>
              <a:t> </a:t>
            </a:r>
            <a:r>
              <a:rPr lang="ru-RU" dirty="0" err="1" smtClean="0"/>
              <a:t>повторення</a:t>
            </a:r>
            <a:r>
              <a:rPr lang="ru-RU" dirty="0" smtClean="0"/>
              <a:t>, </a:t>
            </a:r>
            <a:r>
              <a:rPr lang="ru-RU" dirty="0" err="1" smtClean="0"/>
              <a:t>жорсткий</a:t>
            </a:r>
            <a:r>
              <a:rPr lang="ru-RU" dirty="0" smtClean="0"/>
              <a:t> ритм, а </a:t>
            </a:r>
            <a:r>
              <a:rPr lang="ru-RU" dirty="0" err="1" smtClean="0"/>
              <a:t>найчастіше</a:t>
            </a:r>
            <a:r>
              <a:rPr lang="ru-RU" dirty="0" smtClean="0"/>
              <a:t> </a:t>
            </a:r>
            <a:r>
              <a:rPr lang="ru-RU" dirty="0" err="1" smtClean="0"/>
              <a:t>висока</a:t>
            </a:r>
            <a:r>
              <a:rPr lang="ru-RU" dirty="0" smtClean="0"/>
              <a:t> </a:t>
            </a:r>
            <a:r>
              <a:rPr lang="ru-RU" dirty="0" err="1" smtClean="0"/>
              <a:t>гучність</a:t>
            </a:r>
            <a:r>
              <a:rPr lang="ru-RU" dirty="0" smtClean="0"/>
              <a:t> </a:t>
            </a:r>
            <a:r>
              <a:rPr lang="ru-RU" dirty="0" err="1" smtClean="0"/>
              <a:t>перешкоджають</a:t>
            </a:r>
            <a:r>
              <a:rPr lang="ru-RU" dirty="0" smtClean="0"/>
              <a:t> </a:t>
            </a:r>
            <a:r>
              <a:rPr lang="ru-RU" dirty="0" err="1" smtClean="0"/>
              <a:t>правильній</a:t>
            </a:r>
            <a:r>
              <a:rPr lang="ru-RU" dirty="0" smtClean="0"/>
              <a:t> </a:t>
            </a:r>
            <a:r>
              <a:rPr lang="ru-RU" dirty="0" err="1" smtClean="0"/>
              <a:t>роботі</a:t>
            </a:r>
            <a:r>
              <a:rPr lang="ru-RU" dirty="0" smtClean="0"/>
              <a:t> систем </a:t>
            </a:r>
            <a:r>
              <a:rPr lang="ru-RU" dirty="0" err="1" smtClean="0"/>
              <a:t>організму</a:t>
            </a:r>
            <a:r>
              <a:rPr lang="ru-RU" dirty="0"/>
              <a:t> </a:t>
            </a:r>
            <a:r>
              <a:rPr lang="ru-RU" dirty="0" err="1" smtClean="0"/>
              <a:t>людини</a:t>
            </a:r>
            <a:r>
              <a:rPr lang="ru-RU" dirty="0" smtClean="0"/>
              <a:t>(</a:t>
            </a:r>
            <a:r>
              <a:rPr lang="ru-RU" dirty="0" err="1" smtClean="0"/>
              <a:t>Тинітус</a:t>
            </a:r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err="1"/>
              <a:t>дзвін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шум у </a:t>
            </a:r>
            <a:r>
              <a:rPr lang="ru-RU" dirty="0" err="1"/>
              <a:t>вухах</a:t>
            </a:r>
            <a:r>
              <a:rPr lang="ru-RU" dirty="0"/>
              <a:t>).</a:t>
            </a:r>
            <a:endParaRPr lang="en-US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431" y="287866"/>
            <a:ext cx="3290347" cy="29887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1" name="TextBox 10"/>
          <p:cNvSpPr txBox="1"/>
          <p:nvPr/>
        </p:nvSpPr>
        <p:spPr>
          <a:xfrm>
            <a:off x="7538162" y="5934670"/>
            <a:ext cx="465383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Той факт,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в </a:t>
            </a:r>
            <a:r>
              <a:rPr lang="ru-RU" dirty="0" err="1"/>
              <a:t>хорошому</a:t>
            </a:r>
            <a:r>
              <a:rPr lang="ru-RU" dirty="0"/>
              <a:t> </a:t>
            </a:r>
            <a:r>
              <a:rPr lang="ru-RU" dirty="0" err="1"/>
              <a:t>настрої</a:t>
            </a:r>
            <a:r>
              <a:rPr lang="ru-RU" dirty="0"/>
              <a:t>, </a:t>
            </a:r>
            <a:endParaRPr lang="ru-RU" dirty="0" smtClean="0"/>
          </a:p>
          <a:p>
            <a:r>
              <a:rPr lang="ru-RU" dirty="0" err="1" smtClean="0"/>
              <a:t>ще</a:t>
            </a:r>
            <a:r>
              <a:rPr lang="ru-RU" dirty="0" smtClean="0"/>
              <a:t> </a:t>
            </a:r>
            <a:r>
              <a:rPr lang="ru-RU" dirty="0"/>
              <a:t>не </a:t>
            </a:r>
            <a:r>
              <a:rPr lang="ru-RU" dirty="0" err="1"/>
              <a:t>означає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ви</a:t>
            </a:r>
            <a:r>
              <a:rPr lang="ru-RU" dirty="0"/>
              <a:t> не можете </a:t>
            </a:r>
            <a:endParaRPr lang="ru-RU" dirty="0" smtClean="0"/>
          </a:p>
          <a:p>
            <a:r>
              <a:rPr lang="ru-RU" dirty="0" err="1" smtClean="0"/>
              <a:t>зробити</a:t>
            </a:r>
            <a:r>
              <a:rPr lang="ru-RU" dirty="0" smtClean="0"/>
              <a:t> </a:t>
            </a:r>
            <a:r>
              <a:rPr lang="ru-RU" dirty="0" err="1"/>
              <a:t>нічого</a:t>
            </a:r>
            <a:r>
              <a:rPr lang="ru-RU" dirty="0"/>
              <a:t> </a:t>
            </a:r>
            <a:r>
              <a:rPr lang="ru-RU" dirty="0" smtClean="0"/>
              <a:t>поганого.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1839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29612" y="0"/>
            <a:ext cx="3278188" cy="1507067"/>
          </a:xfrm>
        </p:spPr>
        <p:txBody>
          <a:bodyPr/>
          <a:lstStyle/>
          <a:p>
            <a:r>
              <a:rPr lang="uk-UA" dirty="0" smtClean="0"/>
              <a:t>пропозиція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3538" y="3242733"/>
            <a:ext cx="5525395" cy="3615267"/>
          </a:xfrm>
        </p:spPr>
        <p:txBody>
          <a:bodyPr/>
          <a:lstStyle/>
          <a:p>
            <a:r>
              <a:rPr lang="uk-UA" dirty="0" smtClean="0"/>
              <a:t>«</a:t>
            </a:r>
            <a:r>
              <a:rPr lang="uk-UA" dirty="0" err="1" smtClean="0"/>
              <a:t>Ігроманія</a:t>
            </a:r>
            <a:r>
              <a:rPr lang="uk-UA" dirty="0" smtClean="0"/>
              <a:t>» </a:t>
            </a:r>
            <a:r>
              <a:rPr lang="uk-UA" dirty="0"/>
              <a:t>на благо – в першу чергу, для </a:t>
            </a:r>
            <a:r>
              <a:rPr lang="uk-UA" dirty="0" smtClean="0"/>
              <a:t>навчання.</a:t>
            </a:r>
          </a:p>
          <a:p>
            <a:endParaRPr lang="uk-UA" dirty="0"/>
          </a:p>
          <a:p>
            <a:r>
              <a:rPr lang="en-US" dirty="0"/>
              <a:t>E</a:t>
            </a:r>
            <a:r>
              <a:rPr lang="ru-RU" dirty="0" err="1" smtClean="0"/>
              <a:t>dutainment</a:t>
            </a:r>
            <a:r>
              <a:rPr lang="ru-RU" dirty="0" smtClean="0"/>
              <a:t> </a:t>
            </a:r>
            <a:r>
              <a:rPr lang="ru-RU" dirty="0"/>
              <a:t>- </a:t>
            </a:r>
            <a:r>
              <a:rPr lang="ru-RU" dirty="0" err="1" smtClean="0"/>
              <a:t>навчання</a:t>
            </a:r>
            <a:r>
              <a:rPr lang="ru-RU" dirty="0" smtClean="0"/>
              <a:t> </a:t>
            </a:r>
            <a:r>
              <a:rPr lang="ru-RU" dirty="0"/>
              <a:t>в </a:t>
            </a:r>
            <a:r>
              <a:rPr lang="ru-RU" dirty="0" err="1" smtClean="0"/>
              <a:t>розважальному</a:t>
            </a:r>
            <a:r>
              <a:rPr lang="ru-RU" dirty="0" smtClean="0"/>
              <a:t> </a:t>
            </a:r>
            <a:r>
              <a:rPr lang="ru-RU" dirty="0" err="1" smtClean="0"/>
              <a:t>форматі</a:t>
            </a:r>
            <a:r>
              <a:rPr lang="ru-RU" dirty="0" smtClean="0"/>
              <a:t>.</a:t>
            </a:r>
          </a:p>
          <a:p>
            <a:endParaRPr lang="uk-UA" dirty="0"/>
          </a:p>
          <a:p>
            <a:r>
              <a:rPr lang="uk-UA" dirty="0" smtClean="0"/>
              <a:t>Змагальне навчання.</a:t>
            </a:r>
            <a:endParaRPr lang="ru-RU" dirty="0" smtClean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38" y="186266"/>
            <a:ext cx="3578892" cy="324273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56867" y="1322401"/>
            <a:ext cx="512653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uk-UA" dirty="0" smtClean="0"/>
              <a:t>Розширити емоційний та  музичний досвід людини у форматі гри-вікторини.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uk-UA" dirty="0" smtClean="0"/>
              <a:t>Надати можливість позмагатися у своїй музичній ерудиції.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uk-UA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6476974" y="6211669"/>
            <a:ext cx="57150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відкриті</a:t>
            </a:r>
            <a:r>
              <a:rPr lang="ru-RU" dirty="0"/>
              <a:t> для нового </a:t>
            </a:r>
            <a:r>
              <a:rPr lang="ru-RU" dirty="0" err="1" smtClean="0"/>
              <a:t>досвіду</a:t>
            </a:r>
            <a:r>
              <a:rPr lang="ru-RU" dirty="0" smtClean="0"/>
              <a:t>, </a:t>
            </a:r>
          </a:p>
          <a:p>
            <a:r>
              <a:rPr lang="ru-RU" dirty="0" err="1" smtClean="0"/>
              <a:t>здатні</a:t>
            </a:r>
            <a:r>
              <a:rPr lang="ru-RU" dirty="0" smtClean="0"/>
              <a:t> </a:t>
            </a:r>
            <a:r>
              <a:rPr lang="ru-RU" dirty="0"/>
              <a:t>до </a:t>
            </a:r>
            <a:r>
              <a:rPr lang="ru-RU" dirty="0" err="1"/>
              <a:t>емпатії</a:t>
            </a:r>
            <a:r>
              <a:rPr lang="ru-RU" dirty="0"/>
              <a:t> та </a:t>
            </a:r>
            <a:r>
              <a:rPr lang="ru-RU" dirty="0" err="1"/>
              <a:t>турботи</a:t>
            </a:r>
            <a:r>
              <a:rPr lang="ru-RU" dirty="0"/>
              <a:t> і </a:t>
            </a:r>
            <a:r>
              <a:rPr lang="ru-RU" dirty="0" err="1"/>
              <a:t>мають</a:t>
            </a:r>
            <a:r>
              <a:rPr lang="ru-RU" dirty="0"/>
              <a:t> </a:t>
            </a:r>
            <a:r>
              <a:rPr lang="ru-RU" dirty="0" err="1"/>
              <a:t>багату</a:t>
            </a:r>
            <a:r>
              <a:rPr lang="ru-RU" dirty="0"/>
              <a:t> </a:t>
            </a:r>
            <a:r>
              <a:rPr lang="ru-RU" dirty="0" err="1"/>
              <a:t>уяву</a:t>
            </a:r>
            <a:r>
              <a:rPr lang="ru-RU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42548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83733" y="685800"/>
            <a:ext cx="6333785" cy="1507067"/>
          </a:xfrm>
        </p:spPr>
        <p:txBody>
          <a:bodyPr/>
          <a:lstStyle/>
          <a:p>
            <a:r>
              <a:rPr lang="uk-UA" dirty="0" smtClean="0"/>
              <a:t>Підсумок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7518" y="224004"/>
            <a:ext cx="4802187" cy="33535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TextBox 3"/>
          <p:cNvSpPr txBox="1"/>
          <p:nvPr/>
        </p:nvSpPr>
        <p:spPr>
          <a:xfrm>
            <a:off x="4951412" y="6299200"/>
            <a:ext cx="1962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uk-UA" dirty="0" smtClean="0"/>
              <a:t>Дякую за Увагу!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373927" y="3577531"/>
            <a:ext cx="655339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err="1"/>
              <a:t>Якими</a:t>
            </a:r>
            <a:r>
              <a:rPr lang="ru-RU" dirty="0"/>
              <a:t> б не </a:t>
            </a:r>
            <a:r>
              <a:rPr lang="ru-RU" dirty="0" err="1"/>
              <a:t>були</a:t>
            </a:r>
            <a:r>
              <a:rPr lang="ru-RU" dirty="0"/>
              <a:t> генезис </a:t>
            </a:r>
            <a:r>
              <a:rPr lang="ru-RU" dirty="0" smtClean="0"/>
              <a:t>та</a:t>
            </a:r>
            <a:r>
              <a:rPr lang="ru-RU" dirty="0"/>
              <a:t> </a:t>
            </a:r>
            <a:r>
              <a:rPr lang="ru-RU" dirty="0" err="1" smtClean="0"/>
              <a:t>призначення</a:t>
            </a:r>
            <a:r>
              <a:rPr lang="ru-RU" dirty="0" smtClean="0"/>
              <a:t> </a:t>
            </a:r>
            <a:r>
              <a:rPr lang="ru-RU" dirty="0" err="1" smtClean="0"/>
              <a:t>музики</a:t>
            </a:r>
            <a:r>
              <a:rPr lang="ru-RU" dirty="0" smtClean="0"/>
              <a:t>,</a:t>
            </a:r>
          </a:p>
          <a:p>
            <a:r>
              <a:rPr lang="ru-RU" dirty="0" err="1" smtClean="0"/>
              <a:t>сучасні</a:t>
            </a:r>
            <a:r>
              <a:rPr lang="ru-RU" dirty="0" smtClean="0"/>
              <a:t> </a:t>
            </a:r>
            <a:r>
              <a:rPr lang="ru-RU" dirty="0"/>
              <a:t>люди </a:t>
            </a:r>
            <a:r>
              <a:rPr lang="ru-RU" dirty="0" err="1"/>
              <a:t>вже</a:t>
            </a:r>
            <a:r>
              <a:rPr lang="ru-RU" dirty="0"/>
              <a:t> не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smtClean="0"/>
              <a:t>не </a:t>
            </a:r>
            <a:r>
              <a:rPr lang="ru-RU" dirty="0" err="1"/>
              <a:t>пов'язувати</a:t>
            </a:r>
            <a:r>
              <a:rPr lang="ru-RU" dirty="0"/>
              <a:t> </a:t>
            </a:r>
            <a:endParaRPr lang="ru-RU" dirty="0" smtClean="0"/>
          </a:p>
          <a:p>
            <a:r>
              <a:rPr lang="ru-RU" dirty="0" err="1" smtClean="0"/>
              <a:t>її</a:t>
            </a:r>
            <a:r>
              <a:rPr lang="ru-RU" dirty="0" smtClean="0"/>
              <a:t> </a:t>
            </a:r>
            <a:r>
              <a:rPr lang="ru-RU" dirty="0"/>
              <a:t>з </a:t>
            </a:r>
            <a:r>
              <a:rPr lang="ru-RU" dirty="0" err="1"/>
              <a:t>важливими</a:t>
            </a:r>
            <a:r>
              <a:rPr lang="ru-RU" dirty="0"/>
              <a:t> </a:t>
            </a:r>
            <a:r>
              <a:rPr lang="ru-RU" dirty="0" err="1"/>
              <a:t>подіями</a:t>
            </a:r>
            <a:r>
              <a:rPr lang="ru-RU" dirty="0"/>
              <a:t> </a:t>
            </a:r>
            <a:r>
              <a:rPr lang="ru-RU" dirty="0" err="1"/>
              <a:t>власного</a:t>
            </a:r>
            <a:r>
              <a:rPr lang="ru-RU" dirty="0"/>
              <a:t> </a:t>
            </a:r>
            <a:r>
              <a:rPr lang="ru-RU" dirty="0" err="1"/>
              <a:t>життя</a:t>
            </a:r>
            <a:r>
              <a:rPr lang="ru-RU" dirty="0" smtClean="0"/>
              <a:t>.</a:t>
            </a:r>
            <a:endParaRPr lang="en-US" dirty="0" smtClean="0"/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 err="1"/>
              <a:t>Нинішнє</a:t>
            </a:r>
            <a:r>
              <a:rPr lang="ru-RU" dirty="0"/>
              <a:t> наше </a:t>
            </a:r>
            <a:r>
              <a:rPr lang="ru-RU" dirty="0" err="1"/>
              <a:t>існування</a:t>
            </a:r>
            <a:r>
              <a:rPr lang="ru-RU" dirty="0"/>
              <a:t> на </a:t>
            </a:r>
            <a:r>
              <a:rPr lang="ru-RU" dirty="0" err="1"/>
              <a:t>Землі</a:t>
            </a:r>
            <a:r>
              <a:rPr lang="ru-RU" dirty="0"/>
              <a:t> –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народження</a:t>
            </a:r>
            <a:r>
              <a:rPr lang="ru-RU" dirty="0"/>
              <a:t> </a:t>
            </a:r>
            <a:endParaRPr lang="en-US" dirty="0"/>
          </a:p>
          <a:p>
            <a:r>
              <a:rPr lang="ru-RU" dirty="0"/>
              <a:t>до </a:t>
            </a:r>
            <a:r>
              <a:rPr lang="ru-RU" dirty="0" err="1"/>
              <a:t>похорону</a:t>
            </a:r>
            <a:r>
              <a:rPr lang="ru-RU" dirty="0"/>
              <a:t>, з </a:t>
            </a:r>
            <a:r>
              <a:rPr lang="ru-RU" dirty="0" err="1"/>
              <a:t>усім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статися</a:t>
            </a:r>
            <a:r>
              <a:rPr lang="ru-RU" dirty="0"/>
              <a:t> у </a:t>
            </a:r>
            <a:r>
              <a:rPr lang="ru-RU" dirty="0" err="1"/>
              <a:t>проміжку</a:t>
            </a:r>
            <a:r>
              <a:rPr lang="ru-RU" dirty="0"/>
              <a:t> – </a:t>
            </a:r>
            <a:endParaRPr lang="en-US" dirty="0"/>
          </a:p>
          <a:p>
            <a:r>
              <a:rPr lang="ru-RU" dirty="0" err="1"/>
              <a:t>супроводжується</a:t>
            </a:r>
            <a:r>
              <a:rPr lang="ru-RU" dirty="0"/>
              <a:t> </a:t>
            </a:r>
            <a:r>
              <a:rPr lang="ru-RU" dirty="0" err="1"/>
              <a:t>певними</a:t>
            </a:r>
            <a:r>
              <a:rPr lang="ru-RU" dirty="0"/>
              <a:t> </a:t>
            </a:r>
            <a:r>
              <a:rPr lang="ru-RU" dirty="0" err="1"/>
              <a:t>музичними</a:t>
            </a:r>
            <a:r>
              <a:rPr lang="ru-RU" dirty="0"/>
              <a:t> </a:t>
            </a:r>
            <a:r>
              <a:rPr lang="ru-RU" dirty="0" smtClean="0"/>
              <a:t>рядами.</a:t>
            </a:r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438422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91077" y="157343"/>
            <a:ext cx="8534400" cy="1507067"/>
          </a:xfrm>
        </p:spPr>
        <p:txBody>
          <a:bodyPr/>
          <a:lstStyle/>
          <a:p>
            <a:r>
              <a:rPr lang="uk-UA" dirty="0" smtClean="0"/>
              <a:t>використані технології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77" y="3606800"/>
            <a:ext cx="3315311" cy="2825063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533" y="3589017"/>
            <a:ext cx="2827197" cy="284284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8484" y="1664410"/>
            <a:ext cx="3596952" cy="313971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45944708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196</TotalTime>
  <Words>384</Words>
  <Application>Microsoft Office PowerPoint</Application>
  <PresentationFormat>Широкоэкранный</PresentationFormat>
  <Paragraphs>62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Wingdings</vt:lpstr>
      <vt:lpstr>Wingdings 3</vt:lpstr>
      <vt:lpstr>Сектор</vt:lpstr>
      <vt:lpstr>онлайн-вікторинА «Музичний ерудит»</vt:lpstr>
      <vt:lpstr>Представлення</vt:lpstr>
      <vt:lpstr>Положення</vt:lpstr>
      <vt:lpstr>Проблематика</vt:lpstr>
      <vt:lpstr>Перспектива проблеми</vt:lpstr>
      <vt:lpstr>пропозиція</vt:lpstr>
      <vt:lpstr>Підсумок</vt:lpstr>
      <vt:lpstr>використані технології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Створення  онлайн-вікторини «Музичний ерудит»</dc:title>
  <dc:creator>User</dc:creator>
  <cp:lastModifiedBy>User</cp:lastModifiedBy>
  <cp:revision>20</cp:revision>
  <dcterms:created xsi:type="dcterms:W3CDTF">2022-04-29T16:40:44Z</dcterms:created>
  <dcterms:modified xsi:type="dcterms:W3CDTF">2022-04-29T19:56:46Z</dcterms:modified>
</cp:coreProperties>
</file>